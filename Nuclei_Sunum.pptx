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3774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Topluluk Destekli, Şablon Tabanlı Açık Kaynak Güvenlik Açığı Tarayıcısı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4160520"/>
            <a:ext cx="8229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Stajyer Ar-Ge Görevi 05 — Güncel AI / Siber Güvenlik Projelerinin İncelenmesi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projectdiscovery/nuclei  •  MIT Lisansı  •  28.000+ GitHub Yıldızı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Nuclei?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87452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1627632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güvenlik taraması ölçeklenmiyor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45920" y="2057400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Binlerce hedefi, yüzlerce zafiyeti tek tek elle kontrol etmek pratik değil.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38328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3136392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CVE'ler hızla yayılıyor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45920" y="3566160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bir zafiyet duyurulduğunda saatler içinde internet genelinde istismar edilmeye başlanabiliyor.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89204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45920" y="4645152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Tekrarlanabilir, otomatik doğrulama gerekiyor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45920" y="5074920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içine gömülebilecek, hızlı ve düşük yanlış-pozitifli bir tarama motoru ihtiyacı var.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Nuclei — Güncel AI ve Siber Güvenlik Repoları | Görev 05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 ve Çalışma Prensibi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Nuclei, Go dilinde yazılmış bir tarama motoru + YAML tabanlı bağımsız şablon kütüphanesinden oluşur.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1901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Girdisi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320040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/ IP / domain listesi (-u, -l)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33472" y="292608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999232" y="210312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0672" y="2286000"/>
            <a:ext cx="1901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Şablon Seçimi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36392" y="320040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12.000+ YAML şablonu (-t cves/, -tags rce)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84064" y="292608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49824" y="210312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22D3E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41264" y="2286000"/>
            <a:ext cx="1901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İstek Motoru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586984" y="320040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DNS, TCP, SSL, WHOIS, JS, Code protokolleri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534656" y="292608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900416" y="210312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91856" y="2286000"/>
            <a:ext cx="1901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Eşleştirme (Matcher)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37576" y="320040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Yanıtı koşullarla karşılaştırır, doğrular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985248" y="292608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351008" y="210312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42448" y="2286000"/>
            <a:ext cx="1901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Raporlama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488168" y="320040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Sarif / PDF çıktı, CI/CD entegrasyonu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Otomasyon: GitHub Actions ile şablon doğrulama, imzalama ve CVE veritabanı güncellemeleri sürekli çalışır.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Nuclei — Güncel AI ve Siber Güvenlik Repoları | Görev 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 Çıkan Özellikler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00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53619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Protokol Desteği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417320" y="1993392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DNS, TCP, SSL, WHOIS, Websocket, Headless tarayıcı, Code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1600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0" y="153619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12.000+ Topluluk Şablonu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132320" y="1993392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CVE, yanlış yapılandırma, panel tespiti, varsayılan giriş bilgileri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291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322783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Sıfıra Yakın Yanlış Pozitif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417320" y="3685032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dünya adımlarını simüle ederek doğrulama yapar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30632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3291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32320" y="322783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Entegrasyonu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132320" y="3685032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Jira, Splunk, GitHub, Elastic, GitLab ile entegre çalışır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7548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4983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17320" y="491947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 Hızlı Paralel Tarama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417320" y="5376672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İstek kümeleme (clustering) ile yüksek performans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47548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/>
        </p:spPr>
      </p:sp>
      <p:sp>
        <p:nvSpPr>
          <p:cNvPr id="29" name="Shape 27"/>
          <p:cNvSpPr/>
          <p:nvPr/>
        </p:nvSpPr>
        <p:spPr>
          <a:xfrm>
            <a:off x="6492240" y="4983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32320" y="491947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Destekli Şablon Editörü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132320" y="5376672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üzerinden ücretsiz şablon oluşturma aracı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Nuclei — Güncel AI ve Siber Güvenlik Repoları | Görev 05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Demo Senaryosu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install -v github.com/projectdiscovery/nuclei/v3/cmd/nuclei@latest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97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İzole Test Ortamına Tarama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nuclei -u http://localhost:8080 -t cves/ -severity critical,high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(Hedef: bilerek zafiyetli bırakılmış DVWA / Juice Shop Docker konteyneri)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Raporlama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480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nuclei -u http://localhost:8080 -t cves/ -je results.json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Yedek Plan: Tarama sırasında canlı bağlantı sorunu yaşanırsa önceden alınan ekran kaydı gösterilecek.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Nuclei — Güncel AI ve Siber Güvenlik Repoları | Görev 05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 ve Zayıf Yönler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 YÖNLER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1031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Çok hızlı, paralel tarama mimarisi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276148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Devasa ve aktif topluluk (12.000+ şablon)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341985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Basit YAML formatı — kolay öğrenilir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407822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CI/CD'ye kolayca entegre olur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473659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MIT lisanslı, tamamen ücretsiz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53949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Düzenli güvenlik güncellemeleri (örn. v3.8.0)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ZAYIF YÖNLER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1031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Yalnızca bilinen imza/kalıpları tespit eder (0-day bulmaz)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37960" y="28803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Karmaşık mantıksal zafiyetlerde (business logic) yetersiz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36576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Güvenilmeyen şablonlar RCE riski taşıyabilir (geçmiş CVE'ler)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37960" y="44348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ZAP gibi tam etkileşimli tarama/proxy sunmaz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37960" y="52120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Doğru sonuç için güncel şablon takibi gerektirir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Nuclei — Güncel AI ve Siber Güvenlik Repoları | Görev 05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Benzer Projelerle Kıyaslama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743200"/>
                <a:gridCol w="2743200"/>
                <a:gridCol w="26517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Özellik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Nuclei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OWASP ZAP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Nikto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Yaklaşım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Şablon tabanlı (YAML)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Etkileşimli proxy + tarayıcı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İmza tabanlı web sunucu taraması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Hız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Çok yüksek (paralel)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Orta (kapsamlı crawl)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Yüksek ama sınırlı kapsam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Protokol desteği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HTTP, DNS, TCP, SSL, JS, vb.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Ağırlıklı olarak HTTP(S)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Yalnızca HTTP(S)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CI/CD uyumu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Doğal destek, hafif CLI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Mümkün ama ağır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Sınırlı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Topluluk şablon havuzu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12.000+ (günlük güncellenir)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Eklenti/aktif tarama kuralları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Statik imza veritabanı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Nuclei; hız ve otomasyon odaklıyken, ZAP daha derin etkileşimli web analizi, Nikto ise klasik sunucu taraması sunar.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Nuclei — Güncel AI ve Siber Güvenlik Repoları | Görev 05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Nuclei, hızlı kurulum, geniş topluluk desteği ve CI/CD uyumuyla modern güvenlik ekiplerinin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iş akışına kolayca entegre olabilecek, öğrenmesi kolay bir açık kaynak tarayıcıdır.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8229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Kaynaklar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github.com/projectdiscovery/nuclei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39959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docs.projectdiscovery.io/opensource/nuclei/overview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437997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projectdiscovery.io/nuclei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476402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projectdiscovery.io/blog/nuclei-templates-april-2026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Nuclei — Güncel AI ve Siber Güvenlik Repoları | Görev 05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2026-07-29T19:03:11Z</dcterms:created>
  <dcterms:modified xsi:type="dcterms:W3CDTF">2026-07-29T19:03:11Z</dcterms:modified>
</cp:coreProperties>
</file>